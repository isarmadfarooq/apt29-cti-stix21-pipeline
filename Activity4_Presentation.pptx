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5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00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 |  Cyber Security Lab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Pipeline: Extracting &amp; Structuring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using LLMs &amp; STIX 2.1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331720"/>
            <a:ext cx="274320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514600"/>
            <a:ext cx="4572000" cy="146304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6060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25i-7722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Zafar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Pipeline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activity implements a full Cyber Threat Intelligence (CTI) pipeline in Google Colab: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ingestion → Text extraction → Chunking → LLM entity extraction → STIX 2.1 structuring → JSON export.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" y="1353312"/>
            <a:ext cx="100584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353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 Libs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98448" y="1527048"/>
            <a:ext cx="73152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1353312"/>
            <a:ext cx="1005840" cy="384048"/>
          </a:xfrm>
          <a:prstGeom prst="rect">
            <a:avLst/>
          </a:prstGeom>
          <a:solidFill>
            <a:srgbClr val="1E4A7A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1353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Upload PDF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77440" y="1527048"/>
            <a:ext cx="73152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50592" y="1353312"/>
            <a:ext cx="100584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1353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Extract Text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56432" y="1527048"/>
            <a:ext cx="73152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9584" y="1353312"/>
            <a:ext cx="1005840" cy="384048"/>
          </a:xfrm>
          <a:prstGeom prst="rect">
            <a:avLst/>
          </a:prstGeom>
          <a:solidFill>
            <a:srgbClr val="1E4A7A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9584" y="1353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Clean &amp; Chunk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35424" y="1527048"/>
            <a:ext cx="73152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8576" y="1353312"/>
            <a:ext cx="100584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8576" y="1353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OpenAI Setup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14416" y="1527048"/>
            <a:ext cx="73152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87568" y="1353312"/>
            <a:ext cx="1005840" cy="384048"/>
          </a:xfrm>
          <a:prstGeom prst="rect">
            <a:avLst/>
          </a:prstGeom>
          <a:solidFill>
            <a:srgbClr val="1E4A7A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1353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GPT-4o Extract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93408" y="1527048"/>
            <a:ext cx="73152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1353312"/>
            <a:ext cx="100584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353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STIX Convert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72400" y="1527048"/>
            <a:ext cx="73152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45552" y="1353312"/>
            <a:ext cx="1005840" cy="384048"/>
          </a:xfrm>
          <a:prstGeom prst="rect">
            <a:avLst/>
          </a:prstGeom>
          <a:solidFill>
            <a:srgbClr val="1E4A7A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45552" y="1353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Export JSON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</a:t>
            </a:r>
            <a:r>
              <a:rPr lang="en-US" sz="1200" b="1" dirty="0" smtClean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2194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PyMuPDF (fitz), stix2, antlr4, and OpenAI libraries inside Google Colab runtime before beginning the pipeline.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</a:t>
            </a:r>
            <a:r>
              <a:rPr lang="en-US" sz="1200" b="1" dirty="0" smtClean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Extraction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2194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processes cleaned text chunks and returns structured JSON with threat actors, malware, indicators, and relationships.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2880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</a:t>
            </a:r>
            <a:r>
              <a:rPr lang="en-US" sz="1200" b="1" dirty="0" smtClean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Output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31546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entities are converted to STIX 2.1 SDOs (IntrusionSet, Malware, Indicator, AttackPattern) and SROs (Relationship), then serialized to a STIX Bundle JSON.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Libraries (PyMuPDF, STIX2, antlr4)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all required Python libraries: PyMuPDF for PDF text extraction, stix2 for threat intelligence structuring, and antlr4 as a dependency.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67839"/>
            <a:ext cx="8595360" cy="30250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via Google Colab File Widget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Colab's files.upload() widget to upload the APT29 CTI Report PDF. The filename is captured for downstream processing.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141" y="1170432"/>
            <a:ext cx="4451719" cy="155448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059" y="2834640"/>
            <a:ext cx="6273881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from PDF using PyMuPDF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(fitz) opens the uploaded PDF and iterates through each page to concatenate the raw text content for later processing.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12" y="1170432"/>
            <a:ext cx="6822175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Text Preview (APT29 CTI Report)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extracted raw text from the APT29 CTI Report is previewed </a:t>
            </a:r>
            <a:r>
              <a:rPr lang="en-US" sz="1200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Threat Actor profile, Campaign details, and attribution data.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701" y="1170432"/>
            <a:ext cx="5542598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&amp; Chunking for LLM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is cleaned (whitespace removal, non-ASCII filtering) then split into 3000-character chunks. Total chunks created: 3. This prepares text for LLM context window limits.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4266"/>
            <a:ext cx="4114800" cy="1704011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547003"/>
            <a:ext cx="4389120" cy="1258538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410" y="3291840"/>
            <a:ext cx="3887181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Setup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OpenAI Python library and configure the API client with the key. The GPT-4o model will be used for CTI entity extraction.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371" y="1170432"/>
            <a:ext cx="6357257" cy="18288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75" y="3108960"/>
            <a:ext cx="7348451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CTI Extraction Function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instructs GPT-4o to extract threat actors, malware, indicators, attack patterns, and relationships from CTI text, returning a raw JSON object.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87357"/>
            <a:ext cx="5029200" cy="3086591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719207"/>
            <a:ext cx="3474720" cy="24228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2, Step 1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Import STIX2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stix2 Python library which provides STIX 2.1 SDO and SRO classes for structuring threat intelligence data.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97788"/>
            <a:ext cx="8595360" cy="1756967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314424"/>
            <a:ext cx="8595360" cy="6863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CTI Results from All Chunks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all 3 text chunks are merged into a single dictionary, combining threat_actors, malware, indicators, attack_patterns, and relationships lists.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288" y="1170432"/>
            <a:ext cx="6319424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STIX 2.1 SDOs from Extracted Data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extracted entity is converted into a STIX 2.1 SDO: IntrusionSet (threat actors), Malware, Indicator, and AttackPattern objects are created.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26964"/>
            <a:ext cx="4206240" cy="2607377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31236"/>
            <a:ext cx="4297680" cy="25988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Attack Patterns SDO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AttackPattern SDOs are created from extracted attack pattern entities, mapping MITRE ATT&amp;CK techniques identified by the GPT-4o extraction function.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74" y="1170432"/>
            <a:ext cx="6843252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STIX 2.1 SROs (Relationships)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SROs link threat actors to malware (uses) and malware to attack patterns (uses), creating a graph structure for the threat intelligence knowledge base.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253" y="1170432"/>
            <a:ext cx="5369494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5-6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 &amp; 6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STIX Bundle &amp; Export JSON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SDOs and SROs are combined into a STIX Bundle and serialized to cti_report.json using bundle.serialize(pretty=True). The file is then downloaded via Colab.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33088"/>
            <a:ext cx="4114800" cy="771968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204175"/>
            <a:ext cx="4389120" cy="1029794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682" y="2377440"/>
            <a:ext cx="675063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Relationship Graph Visualization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cti_report.json is visualized as a STIX relationship graph showing APT29/Cozy Bear </a:t>
            </a:r>
            <a:r>
              <a:rPr lang="en-US" sz="1200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PHANTOM BEAR connections to malware, indicators, vulnerabilities, and attack patterns.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945" y="1170432"/>
            <a:ext cx="5000111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60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Object Type Legend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STIX 2.1 legend explains each node type in the relationship graph </a:t>
            </a:r>
            <a:r>
              <a:rPr lang="en-US" sz="1200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Threat Actors and Malware to Indicators, Vulnerabilities, and Course-of-Action objects.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469" y="1170432"/>
            <a:ext cx="6097062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749808"/>
            <a:ext cx="274320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pipeline from PDF ingestion to structured STIX 2.1 JSON output.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54864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47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extracted threat actors, malware, indicators, attack patterns and relationships from APT29 CTI report.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54864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Structuring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converted to SDOs (IntrusionSet, Malware, Indicator, AttackPattern) and SROs (Relationship).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54864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089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Visualization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10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 STIX relationship graph showing APT29/Cozy Bear </a:t>
            </a:r>
            <a:r>
              <a:rPr lang="en-US" sz="1100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PHANTOM BEAR threat landscape.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54864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404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0416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Colab, PyMuPDF, OpenAI GPT-4o, stix2 Python library, STIX Visualization Tool.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Farooq  |  25i-7722  |  Activity 4  |  Dr. Zafar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1017</Words>
  <Application>Microsoft Office PowerPoint</Application>
  <PresentationFormat>On-screen Show (16:9)</PresentationFormat>
  <Paragraphs>120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 Sarmad Farooq</cp:lastModifiedBy>
  <cp:revision>2</cp:revision>
  <dcterms:created xsi:type="dcterms:W3CDTF">2026-05-03T01:52:29Z</dcterms:created>
  <dcterms:modified xsi:type="dcterms:W3CDTF">2026-05-03T01:58:56Z</dcterms:modified>
</cp:coreProperties>
</file>